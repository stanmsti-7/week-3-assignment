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 tracks changes on your computer. GitHub stores a copy online so you can share and back up your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64592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and GitHub Workflow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889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Save, share, and review your code step by step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big picture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828800"/>
            <a:ext cx="1737360" cy="155448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directory</a:t>
            </a:r>
            <a:endParaRPr lang="en-US" sz="18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files as they are now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2194560" y="1828800"/>
            <a:ext cx="502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2606040" y="1828800"/>
            <a:ext cx="1737360" cy="155448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area</a:t>
            </a:r>
            <a:endParaRPr lang="en-US" sz="18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selected for the next snapshot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343400" y="1828800"/>
            <a:ext cx="502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828800"/>
            <a:ext cx="1737360" cy="155448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repository</a:t>
            </a:r>
            <a:endParaRPr lang="en-US" sz="18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snapshots (commits) on your computer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1828800"/>
            <a:ext cx="502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6903720" y="1828800"/>
            <a:ext cx="1737360" cy="155448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(remote)</a:t>
            </a:r>
            <a:endParaRPr lang="en-US" sz="18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copy online you push to and pull from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move your work from left to right. git pull brings changes back down.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One-time setup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Git who you are. Use the same email as your GitHub account.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solidFill>
            <a:srgbClr val="EEF3FB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 user.name "Your Name"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651760"/>
            <a:ext cx="8229600" cy="640080"/>
          </a:xfrm>
          <a:prstGeom prst="rect">
            <a:avLst/>
          </a:prstGeom>
          <a:solidFill>
            <a:srgbClr val="EEF3FB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 user.email "halims92@uw.edu"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only need to run these once per computer.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Starting a project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A: Clone from GitHub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for classes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Create a repo on github.com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Copy its URL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Run the clone command below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108960"/>
            <a:ext cx="4023360" cy="1005840"/>
          </a:xfrm>
          <a:prstGeom prst="rect">
            <a:avLst/>
          </a:prstGeom>
          <a:solidFill>
            <a:srgbClr val="EEF3FB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https://github.com/you/repo.git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663440" y="1188720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B: Start from a folder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folder that is not a repo yet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Turn the folder into a repo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Connect it to a GitHub repo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3108960"/>
            <a:ext cx="4023360" cy="1005840"/>
          </a:xfrm>
          <a:prstGeom prst="rect">
            <a:avLst/>
          </a:prstGeom>
          <a:solidFill>
            <a:srgbClr val="EEF3FB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add origin https://github.com/you/repo.git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daily loop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554480" cy="3108960"/>
          </a:xfrm>
          <a:prstGeom prst="rect">
            <a:avLst/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4173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changes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603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918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what changed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139696" y="1280160"/>
            <a:ext cx="1554480" cy="3108960"/>
          </a:xfrm>
          <a:prstGeom prst="rect">
            <a:avLst/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39696" y="14173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2231136" y="20116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231136" y="25603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231136" y="32918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files to save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822192" y="1280160"/>
            <a:ext cx="1554480" cy="3108960"/>
          </a:xfrm>
          <a:prstGeom prst="rect">
            <a:avLst/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822192" y="14173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3913632" y="20116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913632" y="25603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"..."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913632" y="32918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 snapshot with a message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504688" y="1280160"/>
            <a:ext cx="1554480" cy="3108960"/>
          </a:xfrm>
          <a:prstGeom prst="rect">
            <a:avLst/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504688" y="14173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5596128" y="20116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596128" y="25603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596128" y="32918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commits to GitHub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187184" y="1280160"/>
            <a:ext cx="1554480" cy="3108960"/>
          </a:xfrm>
          <a:prstGeom prst="rect">
            <a:avLst/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187184" y="14173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800" dirty="0"/>
          </a:p>
        </p:txBody>
      </p:sp>
      <p:sp>
        <p:nvSpPr>
          <p:cNvPr id="25" name="Text 23"/>
          <p:cNvSpPr txBox="1"/>
          <p:nvPr/>
        </p:nvSpPr>
        <p:spPr>
          <a:xfrm>
            <a:off x="7278624" y="20116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278624" y="25603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278624" y="32918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latest changes first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before you start working, especially if you use more than one computer.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Branches: work without touching main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branch is a separate line of work. Create one for each feature or fix.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37360"/>
            <a:ext cx="8229600" cy="594360"/>
          </a:xfrm>
          <a:prstGeom prst="rect">
            <a:avLst/>
          </a:prstGeom>
          <a:solidFill>
            <a:srgbClr val="EEF3FB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switch -c feature-login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6060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on the branch as you work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it: git push -u origin feature-login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Pull Request on GitHub to review and merge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Afterwards: switch to main, pull, delete the branch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Pull requests on GitHub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11887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your branch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8745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8745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Compare &amp; pull request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5603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5603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change and request a review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2461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32461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changed lines together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931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9319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Merge pull request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Fixing common mistakes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4389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 the commit history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git log --oneline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Undo edits to a file (not staged)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git restore filename.py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Unstage a file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git restore --staged filename.py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 which branch you are 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git branch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 branches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git switch main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Things to avoid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023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commit secrets such as API keys or passwords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virtual environments and __pycache__ out of commits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commit messages in the present tense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754880" y="11887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.gitignore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737360"/>
            <a:ext cx="3931920" cy="1828800"/>
          </a:xfrm>
          <a:prstGeom prst="rect">
            <a:avLst/>
          </a:prstGeom>
          <a:solidFill>
            <a:srgbClr val="EEF3FB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__pycache__/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*.pyc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venv/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.vscode/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Remember the loop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pull  →  edit  →  status  →  add  →  commit  →  push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7432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branch for each feature, open a Pull Request, then merge.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and GitHub Workflow</dc:title>
  <dc:subject>PptxGenJS Presentation</dc:subject>
  <dc:creator>PptxGenJS</dc:creator>
  <cp:lastModifiedBy>PptxGenJS</cp:lastModifiedBy>
  <cp:revision>1</cp:revision>
  <dcterms:created xsi:type="dcterms:W3CDTF">2026-10-22T04:32:10Z</dcterms:created>
  <dcterms:modified xsi:type="dcterms:W3CDTF">2026-10-22T04:32:10Z</dcterms:modified>
</cp:coreProperties>
</file>